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0"/>
            <a:ext cx="8229600" cy="384048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0" y="77724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14032" y="91440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70064" y="1051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6096" y="11887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82128" y="132588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146304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PPT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</a:rPr>
              <a:t>EXPOSYS DATA LABS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207008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325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NeuroCipher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0080" y="23042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90CAF9"/>
                </a:solidFill>
              </a:rPr>
              <a:t>SECURE MESSENGER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EC5"/>
                </a:solidFill>
              </a:rPr>
              <a:t>A Hybrid ML-Powered Encryption &amp; Authentication System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3401568"/>
            <a:ext cx="219456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Kuruva Shiva</a:t>
            </a:r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  |  Roll No: 22G31A3221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St. Johns College of Engg. &amp; Technology, Yemmiganur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" y="4846320"/>
            <a:ext cx="9034272" cy="2971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" y="4846320"/>
            <a:ext cx="903427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</a:rPr>
              <a:t>INTERNSHIP REPORT  •  SOFTWARE DEVELOPMENT  •  PYTHON &amp; 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</a:rPr>
              <a:t>AGENDA — PRESENTATION 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97280"/>
            <a:ext cx="50292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972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25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Data Science &amp; Machine Learning overview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8308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874520"/>
            <a:ext cx="50292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8745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Existing Methods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1031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Issues with current encryption systems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6032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2651760"/>
            <a:ext cx="50292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6517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Proposed Solution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8803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NeuroCipher algorithm &amp; architecture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33756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33756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3429000"/>
            <a:ext cx="50292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429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Methodology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6576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Data collection, training &amp; deployment pipeline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1480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11480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4206240"/>
            <a:ext cx="50292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2062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System Architecture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4348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4-Layer design with diagrams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CHAPTER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Data Science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5029200" cy="374904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188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Multidisciplinary field using scientific methods, algorithms &amp; systems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737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Extracts knowledge from structured and unstructured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2860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Combines: Mathematics, Statistics, Computer Science &amp; Domain Knowledge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8346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Key techniques: Data mining, Machine Learning, Predictive Modeling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3832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Tools: Python, R, SQL for collection, cleaning, analysis &amp; visualization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9319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Drives innovation across Finance, Healthcare, Marketing &amp; Technology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1051560"/>
            <a:ext cx="3383280" cy="10972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1097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2.5 QB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86400" y="1709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Data created daily globally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2304288"/>
            <a:ext cx="3383280" cy="10972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23500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90%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486400" y="29626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World's data in last 2 years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3557016"/>
            <a:ext cx="3383280" cy="10972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36027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$230B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486400" y="4215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Data science market value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1.2  Machine Learning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74F"/>
                </a:solidFill>
              </a:rPr>
              <a:t>A branch of AI focused on algorithms that learn from data and make predictions without being explicitly programmed.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7432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274320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SUPERVISED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33172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Labeled training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88036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Learns input→output mapping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342900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Random Forest (used in auth)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397764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Cross-validation 100% acc.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554480"/>
            <a:ext cx="27432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554480"/>
            <a:ext cx="2743200" cy="64008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UNSUPERVISED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2331720"/>
            <a:ext cx="128016" cy="128016"/>
          </a:xfrm>
          <a:prstGeom prst="ellipse">
            <a:avLst/>
          </a:prstGeom>
          <a:solidFill>
            <a:srgbClr val="6A0DAD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Unlabeled data patterns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64992" y="2880360"/>
            <a:ext cx="128016" cy="128016"/>
          </a:xfrm>
          <a:prstGeom prst="ellipse">
            <a:avLst/>
          </a:prstGeom>
          <a:solidFill>
            <a:srgbClr val="6A0DAD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Anomaly detection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4992" y="3429000"/>
            <a:ext cx="128016" cy="128016"/>
          </a:xfrm>
          <a:prstGeom prst="ellipse">
            <a:avLst/>
          </a:prstGeom>
          <a:solidFill>
            <a:srgbClr val="6A0DAD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IsolationForest (used here)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64992" y="3977640"/>
            <a:ext cx="128016" cy="128016"/>
          </a:xfrm>
          <a:prstGeom prst="ellipse">
            <a:avLst/>
          </a:prstGeom>
          <a:solidFill>
            <a:srgbClr val="6A0DAD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Contamination parameter tuned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554480"/>
            <a:ext cx="27432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554480"/>
            <a:ext cx="2743200" cy="6400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NEURAL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2331720"/>
            <a:ext cx="128016" cy="12801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MLP: Multi-Layer Perceptron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91072" y="2880360"/>
            <a:ext cx="128016" cy="12801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Hidden layers: 64→128→64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91072" y="3429000"/>
            <a:ext cx="128016" cy="12801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ReLU activation function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91072" y="3977640"/>
            <a:ext cx="128016" cy="12801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Generates dynamic S-Box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CHAPTER 2  — EXISTING METHODS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251960" cy="114300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54864" cy="11430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70432"/>
            <a:ext cx="594360" cy="5029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704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152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Fixed AES S-Box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4447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Identical in every AES implementation worldwide — predictable substitution layer exploited via known-plaintext attacks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251960" cy="114300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78992"/>
            <a:ext cx="54864" cy="11430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170432"/>
            <a:ext cx="594360" cy="5029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1704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1152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Single-Factor Auth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14447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Password-only provides zero protection when credentials are stolen — no secondary verification layer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377440"/>
            <a:ext cx="4251960" cy="114300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377440"/>
            <a:ext cx="54864" cy="11430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468880"/>
            <a:ext cx="594360" cy="5029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468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Behavioral Biometrics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743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Standard systems cannot detect impostors typing with stolen credentials — behavioural patterns ignored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377440"/>
            <a:ext cx="4251960" cy="114300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377440"/>
            <a:ext cx="54864" cy="11430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2468880"/>
            <a:ext cx="594360" cy="5029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468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Static Encryption Keys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743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Once a key leaks, all past messages are compromised — no per-message unique transformations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675888"/>
            <a:ext cx="4251960" cy="114300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675888"/>
            <a:ext cx="54864" cy="11430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3767328"/>
            <a:ext cx="594360" cy="5029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7673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Audit Trail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4041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Lack of security event logging or trust scoring — zero accountability for suspicious logins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75888"/>
            <a:ext cx="4251960" cy="114300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75888"/>
            <a:ext cx="54864" cy="11430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0600" y="3767328"/>
            <a:ext cx="594360" cy="5029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7673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8640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Replay Attacks Feasible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0" y="4041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No per-message unique transformation means captured ciphertext can be replayed by attackers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CHAPTER 3  —  Proposed Method: NeuroCipher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961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74F"/>
                </a:solidFill>
              </a:rPr>
              <a:t>NeuroCipher introduces a novel ML-generated dynamic S-Box eliminating predictability weaknesses of standard AES, combined with a 3-factor authentication pipeline.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27432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44752"/>
            <a:ext cx="27432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536192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AES-256-GCM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Symmetric Encryption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90672"/>
            <a:ext cx="1828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18211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Authenticated encryption with 256-bit key. Produces ciphertext + 128-bit auth tag. Verifies integrity on decrypt.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444752"/>
            <a:ext cx="27432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44752"/>
            <a:ext cx="2743200" cy="7315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1536192"/>
            <a:ext cx="731520" cy="7315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ML Dynamic S-Box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1FA2"/>
                </a:solidFill>
              </a:rPr>
              <a:t>Neural Transformation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3090672"/>
            <a:ext cx="1828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18211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MLP (64→128→64) generates unique 256-byte permutation per message using entropy features + SHA-256 seed blend.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444752"/>
            <a:ext cx="27432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444752"/>
            <a:ext cx="2743200" cy="7315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0" y="1536192"/>
            <a:ext cx="731520" cy="73152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RSA-2048 OAEP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95C"/>
                </a:solidFill>
              </a:rPr>
              <a:t>Key Exchange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3090672"/>
            <a:ext cx="1828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18211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Encrypts 64-byte bundle (AES key + neural seed) with recipient's public key. Perfect forward secrecy per message.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3.1  NeuroCipher Algorithm — Step by Step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41248"/>
            <a:ext cx="4206240" cy="7132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" y="841248"/>
            <a:ext cx="502920" cy="71323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" y="84124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877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 Authentication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bcrypt + TOTP + Keystroke Dynamics ML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1554480"/>
            <a:ext cx="0" cy="109728"/>
          </a:xfrm>
          <a:prstGeom prst="line">
            <a:avLst/>
          </a:prstGeom>
          <a:noFill/>
          <a:ln w="19050">
            <a:solidFill>
              <a:srgbClr val="00C8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682496"/>
            <a:ext cx="4206240" cy="7132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" y="1682496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" y="168249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Input Plaintext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Message or File from authenticated sender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31720" y="2395728"/>
            <a:ext cx="0" cy="10972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523744"/>
            <a:ext cx="4206240" cy="7132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7744" y="2523744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" y="252374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Generate Keys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256-bit AES key + 32-byte neural seed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31720" y="3236976"/>
            <a:ext cx="0" cy="10972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364992"/>
            <a:ext cx="4206240" cy="7132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37744" y="3364992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237744" y="336499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ML S-Box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MLP neural net → unique 256-byte permutation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31720" y="4078224"/>
            <a:ext cx="0" cy="10972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4206240"/>
            <a:ext cx="4206240" cy="7132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7744" y="4206240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237744" y="4206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4242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Neural Transform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" y="4553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XOR diffusion (SHA-512) + S-Box substitution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841248"/>
            <a:ext cx="4206240" cy="7132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18304" y="841248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4718304" y="84124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877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AES-256-GCM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035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Authenticated encryption → ciphertext + tag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2280" y="1554480"/>
            <a:ext cx="0" cy="10972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1682496"/>
            <a:ext cx="4206240" cy="7132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18304" y="1682496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2" name="Text 40"/>
          <p:cNvSpPr/>
          <p:nvPr/>
        </p:nvSpPr>
        <p:spPr>
          <a:xfrm>
            <a:off x="4718304" y="168249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0352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RSA-2048 Wrap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30352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OAEP encrypts AES key + seed (64 bytes)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12280" y="2395728"/>
            <a:ext cx="0" cy="10972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2523744"/>
            <a:ext cx="4206240" cy="7132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18304" y="2523744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8" name="Text 46"/>
          <p:cNvSpPr/>
          <p:nvPr/>
        </p:nvSpPr>
        <p:spPr>
          <a:xfrm>
            <a:off x="4718304" y="252374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30352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Package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303520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Ciphertext + Key Bundle + Nonce + Auth Tag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12280" y="3236976"/>
            <a:ext cx="0" cy="10972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3364992"/>
            <a:ext cx="4206240" cy="7132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18304" y="3364992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4" name="Text 52"/>
          <p:cNvSpPr/>
          <p:nvPr/>
        </p:nvSpPr>
        <p:spPr>
          <a:xfrm>
            <a:off x="4718304" y="336499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09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30352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Transmit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30352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Send over cloud/network to recipient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12280" y="4078224"/>
            <a:ext cx="0" cy="10972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9160" y="4206240"/>
            <a:ext cx="4206240" cy="7132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18304" y="4206240"/>
            <a:ext cx="502920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0" name="Text 58"/>
          <p:cNvSpPr/>
          <p:nvPr/>
        </p:nvSpPr>
        <p:spPr>
          <a:xfrm>
            <a:off x="4718304" y="4206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10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303520" y="4242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Decrypt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303520" y="4553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RSA → AES-GCM → Inverse S-Box → Plaintext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434840" y="292608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07408" y="280720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CHAPTER 4  — 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8755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54864" cy="1234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078992"/>
            <a:ext cx="54864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78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" y="10607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14630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200 entropy pattern samples synthesised for MLP training. Keystroke event data captured via JavaScript (keydown/keyup timestamps) during registration &amp; login.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8755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87552"/>
            <a:ext cx="54864" cy="12344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078992"/>
            <a:ext cx="548640" cy="3657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78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10607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14630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Keystroke timing cleaned for outliers, normalised with StandardScaler. User identity labels encoded for Random Forest classifier.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3774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377440"/>
            <a:ext cx="54864" cy="12344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468880"/>
            <a:ext cx="54864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" y="24505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Feature Selection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" y="285292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S-Box MLP: 8 statistical entropy features. Keystroke ML: 14 biometric timing features (dwell, flight, rhythm, pause, burst rate).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77440"/>
            <a:ext cx="54864" cy="1234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2468880"/>
            <a:ext cx="548640" cy="3657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24505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Train &amp; Test Split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285292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5-fold cross-validation split. Training: MLP (64→128→64, relu, 500 iter) + RandomForest (100 trees, depth=10) + IsolationForest.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76732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767328"/>
            <a:ext cx="54864" cy="1234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3858768"/>
            <a:ext cx="54864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858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8408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Evaluation &amp; Optimization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" y="424281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100% encryption integrity, 100% 5-fold CV accuracy. Hyperparameters tuned: MLP layers, RF depth, contamination, bcrypt rounds=12.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76732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767328"/>
            <a:ext cx="54864" cy="12344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3858768"/>
            <a:ext cx="54864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858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04688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64608" y="424281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Flask web app at http://127.0.0.1:5000. 12 routes supporting text &amp; file encryption (up to 16MB). Premium dark-themed UI.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4.2.1  Complete System Architecture — 4-Layer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8686800" cy="73152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201168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04672"/>
            <a:ext cx="1956816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1 — CLIENT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92354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8686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Flask Web UI (HTML/CSS/JS)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24358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1887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Keystroke Capture (JS) — 14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536192"/>
            <a:ext cx="0" cy="109728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664208"/>
            <a:ext cx="8686800" cy="73152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2011680" cy="7315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664208"/>
            <a:ext cx="1956816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2 — APPLICATION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23160" y="1783080"/>
            <a:ext cx="109728" cy="109728"/>
          </a:xfrm>
          <a:prstGeom prst="ellipse">
            <a:avLst/>
          </a:prstGeom>
          <a:solidFill>
            <a:srgbClr val="6A0DAD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172821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Flask app.py — 580 lines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2103120"/>
            <a:ext cx="109728" cy="109728"/>
          </a:xfrm>
          <a:prstGeom prst="ellipse">
            <a:avLst/>
          </a:prstGeom>
          <a:solidFill>
            <a:srgbClr val="6A0DAD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204825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12 Routes: /login /send /inbox /analytics /api/*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2395728"/>
            <a:ext cx="0" cy="109728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523744"/>
            <a:ext cx="8686800" cy="73152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523744"/>
            <a:ext cx="2011680" cy="7315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2523744"/>
            <a:ext cx="1956816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3A — AUTHENTICATION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23160" y="2642616"/>
            <a:ext cx="109728" cy="109728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258775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authenticator.py + ml_verifier.py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2962656"/>
            <a:ext cx="109728" cy="109728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7" name="Text 25"/>
          <p:cNvSpPr/>
          <p:nvPr/>
        </p:nvSpPr>
        <p:spPr>
          <a:xfrm>
            <a:off x="2606040" y="29077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bcrypt(40%) + TOTP(30%) + Keystroke ML(30%)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3255264"/>
            <a:ext cx="0" cy="109728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383280"/>
            <a:ext cx="8686800" cy="73152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383280"/>
            <a:ext cx="2011680" cy="7315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" y="3383280"/>
            <a:ext cx="1956816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3B — ENCRYPTION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23160" y="3502152"/>
            <a:ext cx="109728" cy="10972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3" name="Text 31"/>
          <p:cNvSpPr/>
          <p:nvPr/>
        </p:nvSpPr>
        <p:spPr>
          <a:xfrm>
            <a:off x="2606040" y="344728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neuro_cipher.py — ML S-Box + AES-256-GCM + RSA-2048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23160" y="3822192"/>
            <a:ext cx="109728" cy="10972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5" name="Text 33"/>
          <p:cNvSpPr/>
          <p:nvPr/>
        </p:nvSpPr>
        <p:spPr>
          <a:xfrm>
            <a:off x="2606040" y="376732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benchmark.py — Performance comparison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0" y="4114800"/>
            <a:ext cx="0" cy="109728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4242816"/>
            <a:ext cx="8686800" cy="73152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4242816"/>
            <a:ext cx="2011680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" y="4242816"/>
            <a:ext cx="1956816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4 — DATA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23160" y="4361688"/>
            <a:ext cx="109728" cy="10972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1" name="Text 39"/>
          <p:cNvSpPr/>
          <p:nvPr/>
        </p:nvSpPr>
        <p:spPr>
          <a:xfrm>
            <a:off x="2606040" y="430682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SQLite DB: Users / Messages / SecurityLog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23160" y="4681728"/>
            <a:ext cx="109728" cy="10972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3" name="Text 41"/>
          <p:cNvSpPr/>
          <p:nvPr/>
        </p:nvSpPr>
        <p:spPr>
          <a:xfrm>
            <a:off x="2606040" y="462686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ML Models: classifier.pkl, anomaly_detector.pkl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097280"/>
            <a:ext cx="5486400" cy="292608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097280"/>
            <a:ext cx="54864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371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800" kern="0" dirty="0">
                <a:solidFill>
                  <a:srgbClr val="FFFFFF"/>
                </a:solidFill>
              </a:rPr>
              <a:t>THANK YOU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Questions &amp; Discussion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578608"/>
            <a:ext cx="2743200" cy="36576"/>
          </a:xfrm>
          <a:prstGeom prst="rect">
            <a:avLst/>
          </a:prstGeom>
          <a:solidFill>
            <a:srgbClr val="33445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Kuruva Shiva  </a:t>
            </a:r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| Roll: 22G31A3221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035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St. Johns College of Engineering &amp; Technology, Yemmiganur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Internship: Exposys Data Labs, Bengaluru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PPT 1 of 2  •  NeuroCipher Overview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NeuroCipher Secure Messenger – Overview</dc:title>
  <dc:subject>PptxGenJS Presentation</dc:subject>
  <dc:creator>PptxGenJS</dc:creator>
  <cp:lastModifiedBy>PptxGenJS</cp:lastModifiedBy>
  <cp:revision>1</cp:revision>
  <dcterms:created xsi:type="dcterms:W3CDTF">2026-04-08T14:19:03Z</dcterms:created>
  <dcterms:modified xsi:type="dcterms:W3CDTF">2026-04-08T14:19:03Z</dcterms:modified>
</cp:coreProperties>
</file>