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NeuroCipher (ms)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 B</c:v>
                  </c:pt>
                  <c:pt idx="1">
                    <c:v>1 KB</c:v>
                  </c:pt>
                  <c:pt idx="2">
                    <c:v>10 KB</c:v>
                  </c:pt>
                  <c:pt idx="3">
                    <c:v>50 KB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71.88</c:v>
                </c:pt>
                <c:pt idx="1">
                  <c:v>74.17</c:v>
                </c:pt>
                <c:pt idx="2">
                  <c:v>82.33</c:v>
                </c:pt>
                <c:pt idx="3">
                  <c:v>109.96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AES-GCM (ms)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 B</c:v>
                  </c:pt>
                  <c:pt idx="1">
                    <c:v>1 KB</c:v>
                  </c:pt>
                  <c:pt idx="2">
                    <c:v>10 KB</c:v>
                  </c:pt>
                  <c:pt idx="3">
                    <c:v>50 KB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0.43</c:v>
                </c:pt>
                <c:pt idx="1">
                  <c:v>0.34</c:v>
                </c:pt>
                <c:pt idx="2">
                  <c:v>0.37</c:v>
                </c:pt>
                <c:pt idx="3">
                  <c:v>0.51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3657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0080"/>
            <a:ext cx="8229600" cy="384048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1FA2"/>
                </a:solidFill>
              </a:rPr>
              <a:t>PPT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7B1FA2"/>
                </a:solidFill>
              </a:rPr>
              <a:t>EXPOSYS DATA LABS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207008"/>
            <a:ext cx="2743200" cy="3657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NeuroCipher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90CAF9"/>
                </a:solidFill>
              </a:rPr>
              <a:t>IMPLEMENTATION &amp; RESULTS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</a:rPr>
              <a:t>Source Code • Technology Stack • Benchmarks • Testing • Conclusion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337560"/>
            <a:ext cx="2194560" cy="3657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Kuruva Shiva</a:t>
            </a:r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  |  Roll No: 22G31A3221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St. Johns College of Engineering &amp; Technology, Yemmiganur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" y="4846320"/>
            <a:ext cx="9034272" cy="2971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" y="4846320"/>
            <a:ext cx="903427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</a:rPr>
              <a:t>INTERNSHIP REPORT  •  PPT 2 OF 2  •  CHAPTERS 5–9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5.1  Technology Stack &amp; Library Versions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50976"/>
            <a:ext cx="86868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50976"/>
            <a:ext cx="137160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509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Language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9072" y="1014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Python 3.13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0149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Runtime environment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463040"/>
            <a:ext cx="8686800" cy="438912"/>
          </a:xfrm>
          <a:prstGeom prst="rect">
            <a:avLst/>
          </a:prstGeom>
          <a:solidFill>
            <a:srgbClr val="EB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463040"/>
            <a:ext cx="1371600" cy="43891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463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19072" y="1527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Flask 3.0.0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5270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HTTP server, Jinja2 templating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975104"/>
            <a:ext cx="86868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975104"/>
            <a:ext cx="1371600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19751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Encryption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19072" y="2039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PyCryptodome 3.19.0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0391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AES-256-GCM, RSA-2048, PKCS1_OAEP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487168"/>
            <a:ext cx="8686800" cy="438912"/>
          </a:xfrm>
          <a:prstGeom prst="rect">
            <a:avLst/>
          </a:prstGeom>
          <a:solidFill>
            <a:srgbClr val="EB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487168"/>
            <a:ext cx="137160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24871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Passwords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19072" y="25511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bcrypt 4.1.2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55117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hashpw/checkpw, gensalt(rounds=12)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999232"/>
            <a:ext cx="86868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99232"/>
            <a:ext cx="1371600" cy="43891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29992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19072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scikit-learn 1.3.2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0632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MLP, RandomForest, IsolationForest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3511296"/>
            <a:ext cx="8686800" cy="438912"/>
          </a:xfrm>
          <a:prstGeom prst="rect">
            <a:avLst/>
          </a:prstGeom>
          <a:solidFill>
            <a:srgbClr val="EB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511296"/>
            <a:ext cx="1371600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" y="35112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Numerics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719072" y="35753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NumPy 1.26.2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357530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Array ops, argsort, SHA-based XOR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4023360"/>
            <a:ext cx="86868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4023360"/>
            <a:ext cx="137160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40233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2FA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719072" y="4087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pyotp 2.9.0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408736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TOTP generation, RFC 6238 verify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535424"/>
            <a:ext cx="8686800" cy="438912"/>
          </a:xfrm>
          <a:prstGeom prst="rect">
            <a:avLst/>
          </a:prstGeom>
          <a:solidFill>
            <a:srgbClr val="EBF3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4535424"/>
            <a:ext cx="1371600" cy="43891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45354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ORM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719072" y="4599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Flask-SQLAlchemy 3.1.1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5994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User/Message/SecurityLog models + SQLite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5.2  Project Directory 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41248"/>
            <a:ext cx="4206240" cy="411480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420624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41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secure-messenger/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2984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              (580 lines)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481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64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demo.py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18470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create_test_user.py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2212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encryption/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395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neuro_cipher.py  (402 lines)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" y="25786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benchmark.py     (184 lines)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" y="27614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auth/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" y="29443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authenticator.py (281 lines)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3127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ml_verifier.py   (448 lines)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" y="3310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models/database.py   (83 lines)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" y="34930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static/css + js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" y="36758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 (8 HTML)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8587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ml_models/ (.pkl files)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 Size (lines of code)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app.py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580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591056"/>
            <a:ext cx="4114800" cy="20116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9160" y="1591056"/>
            <a:ext cx="4114800" cy="2011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style.css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B1FA2"/>
                </a:solidFill>
              </a:rPr>
              <a:t>1754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212848"/>
            <a:ext cx="4114800" cy="20116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2212848"/>
            <a:ext cx="4114800" cy="201168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ml_verifier.py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95C"/>
                </a:solidFill>
              </a:rPr>
              <a:t>448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834640"/>
            <a:ext cx="4114800" cy="20116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5" name="Shape 33"/>
          <p:cNvSpPr/>
          <p:nvPr/>
        </p:nvSpPr>
        <p:spPr>
          <a:xfrm>
            <a:off x="4709160" y="2834640"/>
            <a:ext cx="3168396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neuro_cipher.py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0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65100"/>
                </a:solidFill>
              </a:rPr>
              <a:t>402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3456432"/>
            <a:ext cx="4114800" cy="20116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39" name="Shape 37"/>
          <p:cNvSpPr/>
          <p:nvPr/>
        </p:nvSpPr>
        <p:spPr>
          <a:xfrm>
            <a:off x="4709160" y="3456432"/>
            <a:ext cx="2839212" cy="2011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app.js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58000" y="3785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95C"/>
                </a:solidFill>
              </a:rPr>
              <a:t>103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9160" y="4078224"/>
            <a:ext cx="4114800" cy="20116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43" name="Shape 41"/>
          <p:cNvSpPr/>
          <p:nvPr/>
        </p:nvSpPr>
        <p:spPr>
          <a:xfrm>
            <a:off x="4709160" y="4078224"/>
            <a:ext cx="740664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4407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database.py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58000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B300"/>
                </a:solidFill>
              </a:rPr>
              <a:t>83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09160" y="4700016"/>
            <a:ext cx="4114800" cy="201168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47" name="Shape 45"/>
          <p:cNvSpPr/>
          <p:nvPr/>
        </p:nvSpPr>
        <p:spPr>
          <a:xfrm>
            <a:off x="4709160" y="4700016"/>
            <a:ext cx="576072" cy="201168"/>
          </a:xfrm>
          <a:prstGeom prst="rect">
            <a:avLst/>
          </a:prstGeom>
          <a:solidFill>
            <a:srgbClr val="FFB3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5.4.1  Source Code — encrypt_message() &amp; S-Box Generation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96112"/>
            <a:ext cx="4251960" cy="404164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96112"/>
            <a:ext cx="425196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961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neuro_cipher.py — encrypt_message()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29844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2608" y="148132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B8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encrypt_message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plaintext, pub_key):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t0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.time()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aes_key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get_random_bytes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(32)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neural_seed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get_random_bytes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(32)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2608" y="166420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Layer 1: ML neural transformation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18470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transformed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._neural_transform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(plaintext_bytes, neural_seed, True)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2608" y="202996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Layer 2: AES-256-GCM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" y="221284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cipher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.new(aes_key, GCM)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ciphertext, tag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.encrypt_and_digest(transformed)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2608" y="239572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Layer 3: RSA-2048 OAEP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2608" y="257860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combined_key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E8B8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aes_key + neural_seed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encrypted_key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PKCS1_OAEP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.new(rsa).encrypt(combined_key)</a:t>
            </a:r>
            <a:pPr indent="0" marL="0">
              <a:buNone/>
            </a:pP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'encrypted_data': ciphertext,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'encrypted_key': encrypted_key,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'algorithm': 'NeuroCipher-v1' }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896112"/>
            <a:ext cx="4251960" cy="404164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896112"/>
            <a:ext cx="4251960" cy="3200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8961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_generate_dynamic_sbox() — S-Box via MLP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36592" y="12984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_generate_dynamic_sbox(self, data, seed):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36592" y="149961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 = self._extract_entropy_features(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170078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 + seed)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36592" y="190195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MLP forward pass → 256-dim output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36592" y="210312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ml_output = self.sbox_model.predict(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36592" y="230428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[features])[0]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250545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Blend with cryptographic seed hash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592" y="270662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key_hash = np.frombuffer(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592" y="290779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hashlib.sha256(seed).digest(), uint8)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6592" y="310896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combined = np.array([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331012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(ml_output[i] + key_hash[i%32]/255.0)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36592" y="351129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% 1.0 for i in range(256)])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592" y="371246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Convert to bijective permutation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36592" y="391363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sbox = np.argsort(combined).astype(uint8)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36592" y="4114800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inv_sbox = np.zeros(256, dtype=uint8)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6592" y="431596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inv_sbox[sbox] = np.arange(256, uint8)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36592" y="451713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sbox, inv_sbox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5.4.3  ml_verifier.py — Keystroke Dynamics Authentication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22960"/>
            <a:ext cx="5394960" cy="4069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5394960" cy="3200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extract_features() — 14 biometric timing features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23444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extract_features(self, events: list):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2608" y="145389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dwells, flights = [], []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167335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i, e in enumerate(events):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89280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e['type'] == 'keydown':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211226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e2 in events[i+1:]: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" y="233172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e2['type'] == 'keyup':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25511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dwells.append(e2['time'] - e['time'])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" y="27706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break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299008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e['type'] == 'keyup':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2608" y="320954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next_kd = next((x for x in events[i+1:]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" y="342900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x['type']=='keydown'), None)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" y="364845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next_kd: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" y="386791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flights.append(next_kd['time'] - e['time'])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408736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" y="430682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np.mean(dwells), np.std(dwells),   # dwell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2608" y="45262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np.mean(flights), np.std(flights), # flight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" y="474573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len(events) / duration_secs,       # typing speed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" y="496519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scipy.stats.skew(dwells),          # skewness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" y="518464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scipy.stats.kurtosis(dwells),      # kurtosis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2608" y="540410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rhythm_regularity,  pause_freq,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2608" y="562356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burst_rate,         total_duration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92608" y="584301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  # → 14 features total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06440" y="822960"/>
            <a:ext cx="3108960" cy="406908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06440" y="822960"/>
            <a:ext cx="3108960" cy="34747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822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 Biometric Features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25312" y="1261872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4" name="Text 32"/>
          <p:cNvSpPr/>
          <p:nvPr/>
        </p:nvSpPr>
        <p:spPr>
          <a:xfrm>
            <a:off x="5925312" y="12618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36208" y="126187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Dwell Time (mean)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25312" y="1517904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7" name="Text 35"/>
          <p:cNvSpPr/>
          <p:nvPr/>
        </p:nvSpPr>
        <p:spPr>
          <a:xfrm>
            <a:off x="5925312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36208" y="15179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Dwell Time (std)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25312" y="1773936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0" name="Text 38"/>
          <p:cNvSpPr/>
          <p:nvPr/>
        </p:nvSpPr>
        <p:spPr>
          <a:xfrm>
            <a:off x="5925312" y="17739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36208" y="17739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Flight Time (mean)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25312" y="2029968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3" name="Text 41"/>
          <p:cNvSpPr/>
          <p:nvPr/>
        </p:nvSpPr>
        <p:spPr>
          <a:xfrm>
            <a:off x="5925312" y="20299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36208" y="202996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Flight Time (std)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25312" y="2286000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6" name="Text 44"/>
          <p:cNvSpPr/>
          <p:nvPr/>
        </p:nvSpPr>
        <p:spPr>
          <a:xfrm>
            <a:off x="5925312" y="22860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36208" y="228600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Typing Speed (keys/sec)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25312" y="2542032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9" name="Text 47"/>
          <p:cNvSpPr/>
          <p:nvPr/>
        </p:nvSpPr>
        <p:spPr>
          <a:xfrm>
            <a:off x="5925312" y="25420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36208" y="254203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Dwell Skewness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25312" y="2798064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2" name="Text 50"/>
          <p:cNvSpPr/>
          <p:nvPr/>
        </p:nvSpPr>
        <p:spPr>
          <a:xfrm>
            <a:off x="5925312" y="27980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36208" y="279806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Dwell Kurtosis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25312" y="3054096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5" name="Text 53"/>
          <p:cNvSpPr/>
          <p:nvPr/>
        </p:nvSpPr>
        <p:spPr>
          <a:xfrm>
            <a:off x="5925312" y="30540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36208" y="30540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Flight Skewness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25312" y="3310128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8" name="Text 56"/>
          <p:cNvSpPr/>
          <p:nvPr/>
        </p:nvSpPr>
        <p:spPr>
          <a:xfrm>
            <a:off x="5925312" y="33101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236208" y="331012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Flight Kurtosis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925312" y="3566160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1" name="Text 59"/>
          <p:cNvSpPr/>
          <p:nvPr/>
        </p:nvSpPr>
        <p:spPr>
          <a:xfrm>
            <a:off x="5925312" y="35661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36208" y="35661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Combined Interval Mean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925312" y="3822192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4" name="Text 62"/>
          <p:cNvSpPr/>
          <p:nvPr/>
        </p:nvSpPr>
        <p:spPr>
          <a:xfrm>
            <a:off x="5925312" y="382219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36208" y="382219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Rhythm Regularity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925312" y="4078224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67" name="Text 65"/>
          <p:cNvSpPr/>
          <p:nvPr/>
        </p:nvSpPr>
        <p:spPr>
          <a:xfrm>
            <a:off x="5925312" y="40782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36208" y="407822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Pause Frequency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925312" y="4334256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0" name="Text 68"/>
          <p:cNvSpPr/>
          <p:nvPr/>
        </p:nvSpPr>
        <p:spPr>
          <a:xfrm>
            <a:off x="5925312" y="43342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236208" y="433425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Burst Rate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925312" y="4590288"/>
            <a:ext cx="256032" cy="20116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3" name="Text 71"/>
          <p:cNvSpPr/>
          <p:nvPr/>
        </p:nvSpPr>
        <p:spPr>
          <a:xfrm>
            <a:off x="5925312" y="45902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14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236208" y="459028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Total Session Duration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Chapter 6  —  Results &amp; Benchmarks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6.1 Encryption Integrity Tests — All PASSED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98448"/>
          <a:ext cx="8686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  <a:gridCol w="1463040"/>
                <a:gridCol w="14630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Message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Enc Time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Dec Time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Standard 63-char msg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63 B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23.87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~12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A550"/>
                          </a:solidFill>
                        </a:rPr>
                        <a:t>✔ PASSED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Short: "Short msg"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 B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5.90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~3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A550"/>
                          </a:solidFill>
                        </a:rPr>
                        <a:t>✔ PASSED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Large: 1000×"A"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1000 B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7.69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~4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A550"/>
                          </a:solidFill>
                        </a:rPr>
                        <a:t>✔ PASSED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Unicode text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38 B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5.20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~3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A550"/>
                          </a:solidFill>
                        </a:rPr>
                        <a:t>✔ PASSED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Special chars !@#$%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39 B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5.11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~3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A550"/>
                          </a:solidFill>
                        </a:rPr>
                        <a:t>✔ PASSED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310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6.2 Performance vs AES-256-GCM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28600" y="3675888"/>
          <a:ext cx="8686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6.3  Authentication Test Results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41248"/>
            <a:ext cx="8686800" cy="365760"/>
          </a:xfrm>
          <a:prstGeom prst="rect">
            <a:avLst/>
          </a:prstGeom>
          <a:solidFill>
            <a:srgbClr val="12213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86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bcrypt: correct password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0" y="896112"/>
            <a:ext cx="1371600" cy="25603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896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VERIFIED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886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checkpw returns True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261872"/>
            <a:ext cx="8686800" cy="365760"/>
          </a:xfrm>
          <a:prstGeom prst="rect">
            <a:avLst/>
          </a:prstGeom>
          <a:solidFill>
            <a:srgbClr val="0E1E3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307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bcrypt: wrong password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1371600" cy="256032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316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REJECTED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1307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checkpw returns False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682496"/>
            <a:ext cx="8686800" cy="365760"/>
          </a:xfrm>
          <a:prstGeom prst="rect">
            <a:avLst/>
          </a:prstGeom>
          <a:solidFill>
            <a:srgbClr val="12213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728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TOTP: valid current token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1737360"/>
            <a:ext cx="1371600" cy="25603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VERIFIED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0680" y="17282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verify() within valid_window=1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103120"/>
            <a:ext cx="8686800" cy="365760"/>
          </a:xfrm>
          <a:prstGeom prst="rect">
            <a:avLst/>
          </a:prstGeom>
          <a:solidFill>
            <a:srgbClr val="0E1E3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TOTP: wrong "000000"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0" y="2157984"/>
            <a:ext cx="1371600" cy="256032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2157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REJECTED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068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verify() returns False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523744"/>
            <a:ext cx="8686800" cy="365760"/>
          </a:xfrm>
          <a:prstGeom prst="rect">
            <a:avLst/>
          </a:prstGeom>
          <a:solidFill>
            <a:srgbClr val="122138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569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 3 factors pass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0" y="2578608"/>
            <a:ext cx="1371600" cy="25603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TRUST 100%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40680" y="2569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[password, totp, keystroke]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2944368"/>
            <a:ext cx="8686800" cy="365760"/>
          </a:xfrm>
          <a:prstGeom prst="rect">
            <a:avLst/>
          </a:prstGeom>
          <a:solidFill>
            <a:srgbClr val="0E1E30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990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Only password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0" y="2999232"/>
            <a:ext cx="1371600" cy="25603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0" y="2999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TRUST 50%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0680" y="2990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password(40%) + totp_not_enabled(10%)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364992"/>
            <a:ext cx="8686800" cy="365760"/>
          </a:xfrm>
          <a:prstGeom prst="rect">
            <a:avLst/>
          </a:prstGeom>
          <a:solidFill>
            <a:srgbClr val="122138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410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Keystroke ML CV accuracy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31920" y="3419856"/>
            <a:ext cx="1371600" cy="25603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0" y="3419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100%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4068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2 users, 14 samples, 5-fold CV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785616"/>
            <a:ext cx="8686800" cy="365760"/>
          </a:xfrm>
          <a:prstGeom prst="rect">
            <a:avLst/>
          </a:prstGeom>
          <a:solidFill>
            <a:srgbClr val="0E1E30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Legitimate user typing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931920" y="3840480"/>
            <a:ext cx="1371600" cy="25603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3" name="Text 41"/>
          <p:cNvSpPr/>
          <p:nvPr/>
        </p:nvSpPr>
        <p:spPr>
          <a:xfrm>
            <a:off x="393192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VERIFIED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40680" y="3831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60% confidence, identity_match=True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4206240"/>
            <a:ext cx="8686800" cy="365760"/>
          </a:xfrm>
          <a:prstGeom prst="rect">
            <a:avLst/>
          </a:prstGeom>
          <a:solidFill>
            <a:srgbClr val="122138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Impostor typing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31920" y="4261104"/>
            <a:ext cx="1371600" cy="25603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8" name="Text 46"/>
          <p:cNvSpPr/>
          <p:nvPr/>
        </p:nvSpPr>
        <p:spPr>
          <a:xfrm>
            <a:off x="393192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DIFF PATTERN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4068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54% confidence (lower than legitimate)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28600" y="4626864"/>
            <a:ext cx="8686800" cy="365760"/>
          </a:xfrm>
          <a:prstGeom prst="rect">
            <a:avLst/>
          </a:prstGeom>
          <a:solidFill>
            <a:srgbClr val="0E1E30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4672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High-risk IP (3 fails)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931920" y="4681728"/>
            <a:ext cx="1371600" cy="25603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53" name="Text 51"/>
          <p:cNvSpPr/>
          <p:nvPr/>
        </p:nvSpPr>
        <p:spPr>
          <a:xfrm>
            <a:off x="3931920" y="4681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PENALISED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40680" y="4672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trust_score reduced by 0.2×risk_score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Chapter 7  —  System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32688"/>
            <a:ext cx="2743200" cy="30175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ALL TESTS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691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853"/>
                </a:solidFill>
              </a:rPr>
              <a:t>29/29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28600" y="2633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0C853"/>
                </a:solidFill>
              </a:rPr>
              <a:t>PASSED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5669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54864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Encryption Unit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0" y="1097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Ran: 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43800" y="1097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53"/>
                </a:solidFill>
              </a:rPr>
              <a:t>✔ 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10972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100%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600200"/>
            <a:ext cx="5669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600200"/>
            <a:ext cx="54864" cy="5029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691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Authentication Unit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1691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Ran: 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43800" y="16916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53"/>
                </a:solidFill>
              </a:rPr>
              <a:t>✔ 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16916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1FA2"/>
                </a:solidFill>
              </a:rPr>
              <a:t>100%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194560"/>
            <a:ext cx="5669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194560"/>
            <a:ext cx="54864" cy="5029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Keystroke ML Unit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2286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Ran: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53"/>
                </a:solidFill>
              </a:rPr>
              <a:t>✔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22860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95C"/>
                </a:solidFill>
              </a:rPr>
              <a:t>100%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2788920"/>
            <a:ext cx="5669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788920"/>
            <a:ext cx="54864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2880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Integration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0" y="2880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Ran: 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43800" y="28803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53"/>
                </a:solidFill>
              </a:rPr>
              <a:t>✔ 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2880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100%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3383280"/>
            <a:ext cx="56692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383280"/>
            <a:ext cx="54864" cy="5029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3474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Benchmark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0" y="34747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Ran: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43800" y="3474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53"/>
                </a:solidFill>
              </a:rPr>
              <a:t>✔ 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34747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100%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" y="4114800"/>
            <a:ext cx="8686800" cy="777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All 29 tests passed with 100% success rate. No critical or high-priority defects identified.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Chapter 8  —  Conclusion &amp; Future Scope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41248"/>
            <a:ext cx="4206240" cy="25420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420624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41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Summary of Achievements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316736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618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AES-256-GCM + RSA-2048 + ML Dynamic S-Box (3 layers)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700784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6459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Encryption 5–24ms, 100% integrity across all tests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084832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299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bcrypt + TOTP (RFC 6238) + Keystroke ML (100% CV acc.)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468880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140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Flask web app — 12 routes, deployed on http://127.0.0.1:5000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852928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980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 29 unit &amp; integration tests PASSED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841248"/>
            <a:ext cx="4206240" cy="2542032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41248"/>
            <a:ext cx="4206240" cy="3657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841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Future Enhancements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28032" y="1316736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2618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Post-Quantum: CRYSTALS-Kyber (NIST PQC)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28032" y="1700784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6459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Real-time Chat via WebSocket (Flask-SocketIO)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28032" y="2084832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0299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Transformer-based S-Box (replace MLP)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28032" y="2468880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4140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Continuous Keystroke Auth throughout session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2852928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27980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Mobile App: Flutter + fingerprint/face 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493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Task Completion Status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28600" y="3858768"/>
            <a:ext cx="8686800" cy="301752"/>
          </a:xfrm>
          <a:prstGeom prst="rect">
            <a:avLst/>
          </a:prstGeom>
          <a:solidFill>
            <a:srgbClr val="122138"/>
          </a:solidFill>
          <a:ln/>
        </p:spPr>
      </p:sp>
      <p:sp>
        <p:nvSpPr>
          <p:cNvPr id="33" name="Shape 31"/>
          <p:cNvSpPr/>
          <p:nvPr/>
        </p:nvSpPr>
        <p:spPr>
          <a:xfrm>
            <a:off x="228600" y="3858768"/>
            <a:ext cx="301752" cy="30175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" y="38587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✔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1792" y="39044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Build ML encryption algorithm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3904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NeuroCipher-v1: 3 layers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4206240"/>
            <a:ext cx="8686800" cy="301752"/>
          </a:xfrm>
          <a:prstGeom prst="rect">
            <a:avLst/>
          </a:prstGeom>
          <a:solidFill>
            <a:srgbClr val="0E1E30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" y="4206240"/>
            <a:ext cx="301752" cy="30175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" y="42062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✔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" y="4251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Efficiency (low latency)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5–24ms, 100% integrity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" y="4553712"/>
            <a:ext cx="8686800" cy="301752"/>
          </a:xfrm>
          <a:prstGeom prst="rect">
            <a:avLst/>
          </a:prstGeom>
          <a:solidFill>
            <a:srgbClr val="12213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4553712"/>
            <a:ext cx="301752" cy="30175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4" name="Text 42"/>
          <p:cNvSpPr/>
          <p:nvPr/>
        </p:nvSpPr>
        <p:spPr>
          <a:xfrm>
            <a:off x="228600" y="45537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✔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1792" y="45994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Entity authentication: verification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20640" y="4599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bcrypt + TOTP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4882896"/>
            <a:ext cx="4206240" cy="256032"/>
          </a:xfrm>
          <a:prstGeom prst="rect">
            <a:avLst/>
          </a:prstGeom>
          <a:solidFill>
            <a:srgbClr val="122138"/>
          </a:solidFill>
          <a:ln/>
        </p:spPr>
      </p:sp>
      <p:sp>
        <p:nvSpPr>
          <p:cNvPr id="48" name="Shape 46"/>
          <p:cNvSpPr/>
          <p:nvPr/>
        </p:nvSpPr>
        <p:spPr>
          <a:xfrm>
            <a:off x="228600" y="4882896"/>
            <a:ext cx="256032" cy="25603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9" name="Text 47"/>
          <p:cNvSpPr/>
          <p:nvPr/>
        </p:nvSpPr>
        <p:spPr>
          <a:xfrm>
            <a:off x="228600" y="4882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0352" y="4910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Entity authentication: validation: Random Forest 100% CV acc.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81728" y="4882896"/>
            <a:ext cx="4206240" cy="256032"/>
          </a:xfrm>
          <a:prstGeom prst="rect">
            <a:avLst/>
          </a:prstGeom>
          <a:solidFill>
            <a:srgbClr val="122138"/>
          </a:solidFill>
          <a:ln/>
        </p:spPr>
      </p:sp>
      <p:sp>
        <p:nvSpPr>
          <p:cNvPr id="52" name="Shape 50"/>
          <p:cNvSpPr/>
          <p:nvPr/>
        </p:nvSpPr>
        <p:spPr>
          <a:xfrm>
            <a:off x="4681728" y="4882896"/>
            <a:ext cx="256032" cy="25603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3" name="Text 51"/>
          <p:cNvSpPr/>
          <p:nvPr/>
        </p:nvSpPr>
        <p:spPr>
          <a:xfrm>
            <a:off x="4681728" y="4882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83480" y="4910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Use Python and ML: scikit-learn MLP + RF + IF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1005840"/>
            <a:ext cx="5852160" cy="3108960"/>
          </a:xfrm>
          <a:prstGeom prst="rect">
            <a:avLst/>
          </a:prstGeom>
          <a:solidFill>
            <a:srgbClr val="12213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005840"/>
            <a:ext cx="585216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2344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45920" y="20299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1FA2"/>
                </a:solidFill>
              </a:rPr>
              <a:t>End of PPT 2 — Implementation &amp; Results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2487168"/>
            <a:ext cx="2743200" cy="36576"/>
          </a:xfrm>
          <a:prstGeom prst="rect">
            <a:avLst/>
          </a:prstGeom>
          <a:solidFill>
            <a:srgbClr val="334455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606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Kuruva Shiva  </a:t>
            </a:r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| Roll: 22G31A3221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9443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St. Johns College of Engineering &amp; Technology, Yemmiganur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</a:rPr>
              <a:t>Internship: Exposys Data Labs, Bengaluru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3977640"/>
            <a:ext cx="20116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40050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</a:rPr>
              <a:t>29/29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Tests Passed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0" y="3977640"/>
            <a:ext cx="20116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40050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</a:rPr>
              <a:t>100%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CV Accuracy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3977640"/>
            <a:ext cx="20116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40050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</a:rPr>
              <a:t>5–24ms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Encrypt Time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NeuroCipher – Implementation &amp; Results</dc:title>
  <dc:subject>PptxGenJS Presentation</dc:subject>
  <dc:creator>PptxGenJS</dc:creator>
  <cp:lastModifiedBy>PptxGenJS</cp:lastModifiedBy>
  <cp:revision>1</cp:revision>
  <dcterms:created xsi:type="dcterms:W3CDTF">2026-04-08T14:19:03Z</dcterms:created>
  <dcterms:modified xsi:type="dcterms:W3CDTF">2026-04-08T14:19:03Z</dcterms:modified>
</cp:coreProperties>
</file>